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SMART INDIA HACKATHON 2025</a:t>
            </a:r>
          </a:p>
          <a:p>
            <a:pPr algn="ctr">
              <a:defRPr sz="1600">
                <a:solidFill>
                  <a:srgbClr val="93C5FD"/>
                </a:solidFill>
              </a:defRPr>
            </a:pPr>
            <a:r>
              <a:t>TITLE PAGE - IDEA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6858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293B"/>
                </a:solidFill>
              </a:defRPr>
            </a:pPr>
            <a:r>
              <a:t>• Problem Statement Title 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Automated Attendance &amp; Student Identity Verification System using AI and Multimodal Biometrics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Theme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Smart Education / Campus Automation &amp; Governance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PS Category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Software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Proposed Solution Name 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SnapClass AI - Making Attendance Faster Using AI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Team Name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SnapClass Innovators (Registered on Google Form)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Target Users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Universities, Colleges, Schools, Educators &amp; Students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7863840" y="2103120"/>
            <a:ext cx="3596335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CORE CAPABILITIES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⚡ Sub-2s Attendance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Instant classroom group photo face recognition replaces 15 min manual roll call.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🎙️ Multimodal Verification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Facial recognition + voice biometric fallback prevents proxy check-ins.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🔒 Privacy-First Architecture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Stores only 128-d encrypted vector embeddings, no raw faces retained.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📱 Zero Hardware Barrier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Operates entirely over browser webcams and mobile phones via Supabase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2179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❑ SnapClass: AI-Powered Smart Attendance Optimizer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Touchless Biometric Attendance: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Sub-second verification via FaceID without physical contact.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One-Shot Classroom Group Scanning: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A single photo detects and concurrently marks all attending students.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Dual Portal Architecture: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Dedicated student hub (check-in &amp; enrollment) &amp; teacher workspace.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Encrypted Vector Embeddings: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Stores 128-d mathematical landmark vectors, safeguarding privacy.</a:t>
            </a:r>
          </a:p>
          <a:p>
            <a:br/>
            <a:pPr>
              <a:defRPr b="1" sz="1200">
                <a:solidFill>
                  <a:srgbClr val="2563EB"/>
                </a:solidFill>
              </a:defRPr>
            </a:pPr>
            <a:r>
              <a:t>❑ Innovation &amp; Uniqueness: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Multimodal Biometrics: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Face recognition + voiceprint verification prevents proxy check-ins.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Zero Dedicated Hardware: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Operates seamlessly on commodity webcams and mobile phones.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Explainable Audit Reports: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Complete visual audit logs with source stamps &amp; Excel/CSV exports.</a:t>
            </a:r>
          </a:p>
        </p:txBody>
      </p:sp>
      <p:pic>
        <p:nvPicPr>
          <p:cNvPr id="7" name="Picture 6" descr="snapclas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297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3</a:t>
            </a:r>
          </a:p>
        </p:txBody>
      </p:sp>
      <p:pic>
        <p:nvPicPr>
          <p:cNvPr id="6" name="Picture 5" descr="snapclas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7548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0" y="118872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❑ Implementation Methodology &amp; Pipeline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Data Ingestion Layer: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Live webcam streams &amp; high-res classroom photos ingested via HTML5 / Streamlit camera APIs.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OpenCV, WebSockets, PIL]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Biometric Feature Extraction: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dlib 68-point facial landmark alignment + FaceNet 128-d Euclidean vector encodings.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PyTorch, dlib, face_recognition]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Multimodal Voice Verification: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Acoustic voiceprint spectral analysis to verify identity &amp; prevent visual proxy.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Resemblyzer, Librosa]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Classification Engine: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k-Nearest Neighbors (KNN) &amp; Cosine Distance thresholding for real-time multi-student matching.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Scikit-Learn, NumPy]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Cloud Infrastructure &amp; Security: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Relational roster mapping, attendance timestamp logging &amp; BCrypt encrypted credentials.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Supabase (PostgreSQL), BCrypt]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Educator &amp; Student Portals: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Faculty dashboard (batch analysis, CSV exports) &amp; student portal (FaceID check-in &amp; join codes).</a:t>
            </a:r>
          </a:p>
          <a:p>
            <a:pPr>
              <a:defRPr b="1" sz="850">
                <a:solidFill>
                  <a:srgbClr val="6366F1"/>
                </a:solidFill>
              </a:defRPr>
            </a:pPr>
            <a:r>
              <a:t>  [Tech: Streamlit, Flask, Pandas]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3774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FEASIBILITY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Seamless Hardware-Free Deployment: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Uses standard laptops, webcams, or smartphones already present in classrooms.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Scalable Cloud Backend: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Cloud-native Supabase PostgreSQL database handles thousands of concurrent lecture requests.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Instant Model Execution: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Pre-trained deep embedding extractors execute inference in milliseconds without dedicated GPU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VIABILITY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Time &amp; Productivity ROI: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Eliminates 10-15 minutes of wasted roll-call per lecture, saving ~40 faculty teaching hours/year.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Paperless Institutional Audits: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Tamper-proof digital records replace error-prone manual paper attendance sheets.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Scalable SaaS Campus Model: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Ready for single-school pilots, college campuses, and university-wide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4688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CHALLENGES &amp; RISKS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Classroom Lighting &amp; Pose Variance: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Shadows and partial occlusions in large lecture halls.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Proxy &amp; Image Spoofing: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Possibility of using printed photographs or phone screens.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Student Data Privacy: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Apprehensions regarding sensitive student biometrics.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F5F3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366F1"/>
                </a:solidFill>
              </a:defRPr>
            </a:pPr>
            <a:r>
              <a:t>STRATEGIES &amp; MITIGATION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Multi-Angle Burst &amp; Histogram Normalization: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Normalizes illumination variations and verifies multiple angles.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Multimodal Voice + Facial Liveness: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Audio verification and dynamic camera interaction eradicate proxy attempts.</a:t>
            </a:r>
          </a:p>
          <a:p>
            <a:pPr>
              <a:defRPr b="1" sz="1000">
                <a:solidFill>
                  <a:srgbClr val="1E293B"/>
                </a:solidFill>
              </a:defRPr>
            </a:pPr>
            <a:r>
              <a:t>• Mathematical Vector Storage: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Zero raw photos stored permanently; 128-d vectors are irreversibly encrypted.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BENEFITS ACROSS STAKEHOLDERS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🎓 Educators &amp; Professors: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Reclaim 15% of active lecture time previously wasted on manual calling; generate instant CSV/Excel attendance sheets with zero paperwork.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🎓 Students: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100% transparent attendance logging; zero disputes; seamless self-enrollment via course join codes and contact-free biometric check-in.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🎓 Institutions &amp; Universities: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Tamper-proof academic audit records; real-time visibility into attendance shortages; automated compliance with UGC / AICTE regulations.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🎓 Campus Administration: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Centralized attendance analytics across departments; early warning indicators for at-risk students with low attendance.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MEASURED IMPACT &amp; QUANTITATIVE GAINS</a:t>
            </a:r>
          </a:p>
          <a:p>
            <a:br/>
            <a:pPr>
              <a:defRPr b="1" sz="1200">
                <a:solidFill>
                  <a:srgbClr val="1E293B"/>
                </a:solidFill>
              </a:defRPr>
            </a:pPr>
            <a:r>
              <a:t>⚡ 95% Time Reduction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Attendance time slashed from 10-15 minutes down to &lt;2 seconds per lecture.</a:t>
            </a:r>
          </a:p>
          <a:p>
            <a:br/>
            <a:pPr>
              <a:defRPr b="1" sz="1200">
                <a:solidFill>
                  <a:srgbClr val="1E293B"/>
                </a:solidFill>
              </a:defRPr>
            </a:pPr>
            <a:r>
              <a:t>🚫 100% Proxy Elimination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Multimodal facial biometrics + voice verification eradicate fake student proxies.</a:t>
            </a:r>
          </a:p>
          <a:p>
            <a:br/>
            <a:pPr>
              <a:defRPr b="1" sz="1200">
                <a:solidFill>
                  <a:srgbClr val="1E293B"/>
                </a:solidFill>
              </a:defRPr>
            </a:pPr>
            <a:r>
              <a:t>⏰ 40+ Hours Saved / Year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Over 40 instructional hours returned to each educator every academic year.</a:t>
            </a:r>
          </a:p>
          <a:p>
            <a:br/>
            <a:pPr>
              <a:defRPr b="1" sz="1200">
                <a:solidFill>
                  <a:srgbClr val="1E293B"/>
                </a:solidFill>
              </a:defRPr>
            </a:pPr>
            <a:r>
              <a:t>🌱 100% Paperless &amp; Green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Zero physical paper attendance registers, aligning with Digital India eco-friendly goals.</a:t>
            </a:r>
          </a:p>
          <a:p>
            <a:br/>
            <a:pPr>
              <a:defRPr b="1" sz="1200">
                <a:solidFill>
                  <a:srgbClr val="1E293B"/>
                </a:solidFill>
              </a:defRPr>
            </a:pPr>
            <a:r>
              <a:t>📊 Instant Audit Readiness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1-click generation of official attendance reports, saving administrative verification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RESEARCH PAPERS &amp; TECHNICAL FOUNDATIONS</a:t>
            </a:r>
          </a:p>
          <a:p>
            <a:br/>
            <a:pPr>
              <a:defRPr b="1" sz="1100">
                <a:solidFill>
                  <a:srgbClr val="1E293B"/>
                </a:solidFill>
              </a:defRPr>
            </a:pPr>
            <a:r>
              <a:t>• Google FaceNet (CVPR):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Schroff et al., 'FaceNet: A Unified Embedding for Face Recognition and Clustering' - 128-d Euclidean space vector representation.</a:t>
            </a:r>
          </a:p>
          <a:p>
            <a:br/>
            <a:pPr>
              <a:defRPr b="1" sz="1100">
                <a:solidFill>
                  <a:srgbClr val="1E293B"/>
                </a:solidFill>
              </a:defRPr>
            </a:pPr>
            <a:r>
              <a:t>• dlib Landmark Localization: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Davis E. King, 'Dlib-ml: A Machine Learning Toolkit' - 68-point facial landmark detection and pose alignment.</a:t>
            </a:r>
          </a:p>
          <a:p>
            <a:br/>
            <a:pPr>
              <a:defRPr b="1" sz="1100">
                <a:solidFill>
                  <a:srgbClr val="1E293B"/>
                </a:solidFill>
              </a:defRPr>
            </a:pPr>
            <a:r>
              <a:t>• Generalized Voice Biometrics: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Wan et al., 'Generalized End-to-End Loss for Speaker Verification' (Google AI) - Acoustic voiceprint representation.</a:t>
            </a:r>
          </a:p>
          <a:p>
            <a:br/>
            <a:pPr>
              <a:defRPr b="1" sz="1100">
                <a:solidFill>
                  <a:srgbClr val="1E293B"/>
                </a:solidFill>
              </a:defRPr>
            </a:pPr>
            <a:r>
              <a:t>• Resemblyzer &amp; Librosa Studies: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Voice feature extraction, Mel-frequency spectral analysis, and cosine similarity for speaker verification in noisy environments.</a:t>
            </a:r>
          </a:p>
          <a:p>
            <a:br/>
            <a:pPr>
              <a:defRPr b="1" sz="1100">
                <a:solidFill>
                  <a:srgbClr val="1E293B"/>
                </a:solidFill>
              </a:defRPr>
            </a:pPr>
            <a:r>
              <a:t>• National Education Policy (NEP 2020):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Aligns with Digital India and NEP 2020 mandates for smart, paperless campus governance and tech-enabled classrooms.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4754880" cy="50292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PROJECT DELIVERABLES &amp; DEMONSTRATION LINKS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▶️ Video Demonstration (YouTube)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Walkthrough of live facial recognition attendance, classroom group scan, and student onboarding.</a:t>
            </a: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Link: https://youtu.be/your-demo-link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💻 GitHub Repository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Complete open-source codebase containing Streamlit application, Flask landing page, and Supabase integration.</a:t>
            </a: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Link: https://github.com/your-username/SnapClass-AI-Attendance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🌐 Live Deployment / Web Application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Interactive cloud deployment of SnapClass AI Attendance System.</a:t>
            </a: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Link: http://localhost:8501 (Local) / https://snapclass.streamlit.app</a:t>
            </a:r>
          </a:p>
          <a:p>
            <a:br/>
            <a:pPr>
              <a:defRPr b="1" sz="1150">
                <a:solidFill>
                  <a:srgbClr val="1E293B"/>
                </a:solidFill>
              </a:defRPr>
            </a:pPr>
            <a:r>
              <a:t>📄 Schema &amp; Architecture Specification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PostgreSQL schema, database security policies, and facial embedding classification pipelines.</a:t>
            </a: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Link: Included in project repository (schema.sql)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