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728655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SNAP-CLASS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6858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Problem Statement Title :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Automated Attendance &amp; Student Identity Verification System using AI and Multimodal Biometrics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Theme : 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Smart Education / Campus Automation &amp; Governance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PS Category : 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Software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Solution Name :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SnapClass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 Making Attendance Faster Using AI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Team Name : 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SnapClass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Innovators (Registered on Google Form)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Target Users : 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Universities, Colleges, Schools, Educators &amp; Students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63840" y="2103120"/>
            <a:ext cx="3596335" cy="41148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CORE CAPABILITIES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⚡ Sub-2s Attendance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Instant classroom group photo face recognition replaces 15 min manual roll call.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🎙️ Multimodal Verification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 + voice biometric fallback prevents proxy check-ins.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🔒 Privacy-First Architecture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Stores only 128-d encrypted vector embeddings, no raw faces retained.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📱 Zero Hardware Barrier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Operates entirely over browser webcams and mobile phones via Supabase cloud.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9376" y="6400800"/>
            <a:ext cx="279294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 - Template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SnapClass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AI-Powered Smart Attendance Solution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Touchless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Biometric Attendance: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Students authenticate effortlessly in sub-seconds via browser/kiosk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FaceID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touching physical biometric devices.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One-Shot Classroom Group Scanning: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Educator captures a single wide classroom photo; AI scans, detects, and concurrently marks all attending students in real-time.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Dual Portal Architecture: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Dedicated student hub (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FaceID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check-in &amp; course enrollment) and teacher workspace (classroom sessions, analytics &amp; roster logs).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Encrypted Vector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Stores mathematical 128-d face landmark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safeguarding student data with end-to-end cryptographic privacy.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1-Click Automated Onboarding: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Subject join-codes allow fast student self-enrollment and automatic synchronization across courses.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188720"/>
            <a:ext cx="493776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❑ Innovation &amp; Uniqueness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Multimodal Face + Voice Fusion: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Combines dlib/FaceNet facial detection with Resemblyzer voice biometrics for tamper-proof verification and occlusion handling.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Zero Dedicated Hardware Required: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Functions on commodity smartphones, tablets, and webcams, eliminating expensive RFID scanners and biometric hardware maintenance.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Explainable &amp; Auditable Logs: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Generates transparent attendance audit reports with source image stamps, detection confidence, and CSV/Excel exports.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Adaptive Student Clustering: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KNN &amp; Cosine-similarity vector classification dynamically recognizes students under varying classroom lighting and camera angles.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9376" y="6400800"/>
            <a:ext cx="279294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 - Template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2377440"/>
          </a:xfrm>
          <a:prstGeom prst="round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1. Data Ingestion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Classroom Camera Input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Live FaceID Stream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Ambient Voice Audio Input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Form &amp; Join-Code Capture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Tech: Streamlit, OpenCV, HTML5 Camera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2377440"/>
          </a:xfrm>
          <a:prstGeom prst="roundRect">
            <a:avLst/>
          </a:prstGeom>
          <a:solidFill>
            <a:srgbClr val="F3F4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2. Biometric AI Pipeline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dlib 68-Point Landmark Extraction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FaceNet 128-d Vector Encodings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Resemblyzer Voiceprint Embeddings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Cosine &amp; KNN Similarity Matching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Tech: PyTorch, dlib, Librosa, Scikit-Learn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291840" cy="2377440"/>
          </a:xfrm>
          <a:prstGeom prst="round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3. Cloud Data &amp; Security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Supabase PostgreSQL Database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Realtime State Synchronization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BCrypt Password Encryption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Roster Relations &amp; Logs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Tech: Supabase, PostgreSQL, BCrypt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32918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4. Teacher Faculty Portal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1-Click Classroom Photo Scanner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Course Join-Code Generation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 Export (CSV / Excel)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Historical Student Analytics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Tech: Streamlit, Pandas, Python 3.11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749039"/>
            <a:ext cx="356616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5. Student Identity Portal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Live Contactless FaceID Login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Course Attendance View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Course Enrollment &amp; Join-Codes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Voice Biometric Registration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Tech: Streamlit, Segno (QR), WebSockets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49039"/>
            <a:ext cx="32918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6. Landing &amp; Public Gateway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Institutional Information Portal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Overview &amp; Feature Highlights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Cross-platform Responsive UI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Seamless Gateway to Portals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Tech: Flask, HTML5/CSS3, JavaScript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napclas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799" y="438912"/>
            <a:ext cx="5485403" cy="6419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" y="451175"/>
            <a:ext cx="5038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PROJECT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130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9375" y="6400800"/>
            <a:ext cx="27929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 - Template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237744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Seamless Hardware-Free Deployment: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Uses standard laptops, webcams, or smartphones already present in classrooms.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Cloud Backend: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Cloud-native Supabase PostgreSQL database handles thousands of concurrent lecture requests.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Instant Model Execution: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Pre-trained deep embedding extractors execute inference in milliseconds without dedicated GPU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23774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Time &amp; Productivity ROI: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Eliminates 10-15 minutes of wasted roll-call per lecture, saving ~40 faculty teaching hours/year.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Paperless Institutional Audits: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Tamper-proof digital records replace error-prone manual paper attendance sheets.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SaaS Campus Model: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Ready for single-school pilots, college campuses, and university-wide deployments.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120640" cy="246888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RISKS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Classroom Lighting &amp; Pose Variance: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Shadows and partial occlusions in large lecture halls.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Proxy &amp; Image Spoofing: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Possibility of using printed photographs or phone screens.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Data Privacy: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Apprehensions regarding sensitive student biometrics.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212080" cy="2468880"/>
          </a:xfrm>
          <a:prstGeom prst="roundRect">
            <a:avLst/>
          </a:prstGeom>
          <a:solidFill>
            <a:srgbClr val="F5F3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&amp; MITIGATION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Multi-Angle Burst &amp; Histogram Normalization: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Normalizes illumination variations and verifies multiple angles.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Multimodal Voice + Facial Liveness: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Audio verification and dynamic camera interaction eradicate proxy attempts.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Mathematical Vector Storage: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Zero raw photos stored permanently; 128-d vectors are irreversibly encrypted.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9375" y="6400800"/>
            <a:ext cx="27929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 - Template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BENEFITS ACROSS STAKEHOLDERS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🎓 Educators &amp; Professors: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Reclaim 15% of active lecture time previously wasted on manual calling; generate instant CSV/Excel attendance sheets with zero paperwork.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🎓 Students: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100% transparent attendance logging; zero disputes; seamless self-enrollment via course join codes and contact-free biometric check-in.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🎓 Institutions &amp; Universities: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Tamper-proof academic audit records; real-time visibility into attendance shortages; automated compliance with UGC / AICTE regulations.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🎓 Campus Administration: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attendance analytics across departments; early warning indicators for at-risk students with low attendance.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MEASURED IMPACT &amp; QUANTITATIVE GAINS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⚡ 95% Time Reduction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time slashed from 10-15 minutes down to &lt;2 seconds per lecture.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🚫 100% Proxy Elimination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facial biometrics + voice verification eradicate fake student proxies.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⏰ 40+ Hours Saved / Year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Over 40 instructional hours returned to each educator every academic year.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🌱 100% Paperless &amp; Green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Zero physical paper attendance registers, aligning with Digital India eco-friendly goals.</a:t>
            </a:r>
          </a:p>
          <a:p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📊 Instant Audit Readiness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1-click generation of official attendance reports, saving administrative verification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65760"/>
            <a:ext cx="1828800" cy="54864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SnapClass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</a:defRPr>
            </a:pPr>
            <a:r>
              <a:t>@SIH Idea submission - Template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6692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RESEARCH PAPERS &amp; TECHNICAL FOUNDATIONS</a:t>
            </a:r>
          </a:p>
          <a:p>
            <a:r>
              <a:t/>
            </a:r>
            <a:br/>
            <a:r>
              <a:t>• Google FaceNet (CVPR):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Schroff et al., 'FaceNet: A Unified Embedding for Face Recognition and Clustering' - 128-d Euclidean space vector representation.</a:t>
            </a:r>
          </a:p>
          <a:p>
            <a:r>
              <a:t/>
            </a:r>
            <a:br/>
            <a:r>
              <a:t>• dlib Landmark Localization: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Davis E. King, 'Dlib-ml: A Machine Learning Toolkit' - 68-point facial landmark detection and pose alignment.</a:t>
            </a:r>
          </a:p>
          <a:p>
            <a:r>
              <a:t/>
            </a:r>
            <a:br/>
            <a:r>
              <a:t>• Generalized Voice Biometrics: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Wan et al., 'Generalized End-to-End Loss for Speaker Verification' (Google AI) - Acoustic voiceprint representation.</a:t>
            </a:r>
          </a:p>
          <a:p>
            <a:r>
              <a:t/>
            </a:r>
            <a:br/>
            <a:r>
              <a:t>• Resemblyzer &amp; Librosa Studies: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Voice feature extraction, Mel-frequency spectral analysis, and cosine similarity for speaker verification in noisy environments.</a:t>
            </a:r>
          </a:p>
          <a:p>
            <a:r>
              <a:t/>
            </a:r>
            <a:br/>
            <a:r>
              <a:t>• National Education Policy (NEP 2020):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Aligns with Digital India and NEP 2020 mandates for smart, paperless campus governance and tech-enabled classrooms.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734</Words>
  <Application>Microsoft Office PowerPoint</Application>
  <PresentationFormat>Widescreen</PresentationFormat>
  <Paragraphs>159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2026-10-07T18:50:51Z</dcterms:modified>
  <cp:category/>
</cp:coreProperties>
</file>